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02/03/2026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02/03/2026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02/03/2026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02/03/2026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02/03/2026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02/03/2026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02/03/2026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02/03/2026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02/03/2026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02/03/2026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02/03/2026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02/03/2026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02/03/2026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02/03/2026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02/03/2026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02/03/2026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02/03/2026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Excel Data Cleaning Project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(Week 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753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0895" y="551248"/>
            <a:ext cx="8911687" cy="816079"/>
          </a:xfrm>
        </p:spPr>
        <p:txBody>
          <a:bodyPr/>
          <a:lstStyle/>
          <a:p>
            <a:r>
              <a:rPr lang="en-US" dirty="0" smtClean="0"/>
              <a:t>Business Performance Insight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0895" y="1894318"/>
            <a:ext cx="4316653" cy="677966"/>
          </a:xfrm>
        </p:spPr>
        <p:txBody>
          <a:bodyPr/>
          <a:lstStyle/>
          <a:p>
            <a:r>
              <a:rPr lang="en-US" dirty="0"/>
              <a:t>Business is driven by </a:t>
            </a:r>
            <a:r>
              <a:rPr lang="en-US" b="1" dirty="0"/>
              <a:t>OCCASIONAL LARGE </a:t>
            </a:r>
            <a:r>
              <a:rPr lang="en-US" dirty="0"/>
              <a:t>transactions.</a:t>
            </a:r>
            <a:r>
              <a:rPr lang="en-US" dirty="0"/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108" y="1537816"/>
            <a:ext cx="4812357" cy="1645920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1840894" y="3354225"/>
            <a:ext cx="4316653" cy="6779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/>
              <a:t>Revenue</a:t>
            </a:r>
            <a:r>
              <a:rPr lang="en-US" dirty="0" smtClean="0"/>
              <a:t> is </a:t>
            </a:r>
            <a:r>
              <a:rPr lang="en-US" b="1" dirty="0" smtClean="0"/>
              <a:t>GROWING</a:t>
            </a:r>
            <a:r>
              <a:rPr lang="en-US" dirty="0" smtClean="0"/>
              <a:t> </a:t>
            </a:r>
            <a:r>
              <a:rPr lang="en-US" b="1" dirty="0" smtClean="0"/>
              <a:t>monthly</a:t>
            </a:r>
            <a:r>
              <a:rPr lang="en-US" dirty="0" smtClean="0"/>
              <a:t>. 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107" y="3340692"/>
            <a:ext cx="4795736" cy="1371600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1840893" y="4814132"/>
            <a:ext cx="4316653" cy="6779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/>
              <a:t>Transactions </a:t>
            </a:r>
            <a:r>
              <a:rPr lang="en-US" dirty="0" smtClean="0"/>
              <a:t>are also </a:t>
            </a:r>
            <a:r>
              <a:rPr lang="en-US" b="1" dirty="0" smtClean="0"/>
              <a:t>GROWING</a:t>
            </a:r>
            <a:r>
              <a:rPr lang="en-US" dirty="0" smtClean="0"/>
              <a:t> </a:t>
            </a:r>
            <a:r>
              <a:rPr lang="en-US" b="1" dirty="0" smtClean="0"/>
              <a:t>monthly</a:t>
            </a:r>
            <a:r>
              <a:rPr lang="en-US" dirty="0" smtClean="0"/>
              <a:t>. 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6825" y="4869248"/>
            <a:ext cx="4820194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640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6891" y="692477"/>
            <a:ext cx="5559763" cy="1280890"/>
          </a:xfrm>
        </p:spPr>
        <p:txBody>
          <a:bodyPr/>
          <a:lstStyle/>
          <a:p>
            <a:r>
              <a:rPr lang="en-US" dirty="0" smtClean="0"/>
              <a:t>Customer-Level Insight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8458" y="1973367"/>
            <a:ext cx="3982503" cy="677966"/>
          </a:xfrm>
        </p:spPr>
        <p:txBody>
          <a:bodyPr>
            <a:noAutofit/>
          </a:bodyPr>
          <a:lstStyle/>
          <a:p>
            <a:r>
              <a:rPr lang="en-US" sz="1600" b="1" dirty="0"/>
              <a:t>Top 30% </a:t>
            </a:r>
            <a:r>
              <a:rPr lang="en-US" sz="1600" dirty="0" smtClean="0"/>
              <a:t>of the </a:t>
            </a:r>
            <a:r>
              <a:rPr lang="en-US" sz="1600" b="1" dirty="0" smtClean="0"/>
              <a:t>customers </a:t>
            </a:r>
            <a:r>
              <a:rPr lang="en-US" sz="1600" dirty="0" smtClean="0"/>
              <a:t>contributes </a:t>
            </a:r>
            <a:r>
              <a:rPr lang="en-US" sz="1600" b="1" dirty="0"/>
              <a:t>50% </a:t>
            </a:r>
            <a:r>
              <a:rPr lang="en-US" sz="1600" dirty="0"/>
              <a:t>of the </a:t>
            </a:r>
            <a:r>
              <a:rPr lang="en-US" sz="1600" b="1" dirty="0"/>
              <a:t>revenue</a:t>
            </a:r>
            <a:r>
              <a:rPr lang="en-US" sz="1600" dirty="0"/>
              <a:t>.</a:t>
            </a:r>
            <a:r>
              <a:rPr lang="en-US" sz="1600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4157" y="254548"/>
            <a:ext cx="2846791" cy="6400800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1888457" y="2915273"/>
            <a:ext cx="4888358" cy="9559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Most customers </a:t>
            </a:r>
            <a:r>
              <a:rPr lang="en-US" sz="1600" dirty="0"/>
              <a:t>are repeat buyers </a:t>
            </a:r>
            <a:r>
              <a:rPr lang="en-US" sz="1600" dirty="0" smtClean="0"/>
              <a:t>~ </a:t>
            </a:r>
            <a:r>
              <a:rPr lang="en-US" sz="1600" b="1" dirty="0" smtClean="0"/>
              <a:t>LOYAL.</a:t>
            </a:r>
            <a:r>
              <a:rPr lang="en-US" sz="1600" dirty="0" smtClean="0"/>
              <a:t> </a:t>
            </a:r>
            <a:r>
              <a:rPr lang="en-US" sz="1600" dirty="0"/>
              <a:t>Top Customers with many </a:t>
            </a:r>
            <a:r>
              <a:rPr lang="en-US" sz="1600" dirty="0" smtClean="0"/>
              <a:t>transactions ~ </a:t>
            </a:r>
            <a:r>
              <a:rPr lang="en-US" sz="1600" b="1" dirty="0" smtClean="0"/>
              <a:t>RETENTION PLAN </a:t>
            </a:r>
            <a:endParaRPr lang="en-US" sz="16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763" y="254548"/>
            <a:ext cx="233892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09987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21</TotalTime>
  <Words>61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Century Gothic</vt:lpstr>
      <vt:lpstr>Wingdings 3</vt:lpstr>
      <vt:lpstr>Wisp</vt:lpstr>
      <vt:lpstr>Excel Data Cleaning Project</vt:lpstr>
      <vt:lpstr>Business Performance Insight</vt:lpstr>
      <vt:lpstr>Customer-Level Insight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Data Cleaning Project</dc:title>
  <dc:creator>Microsoft account</dc:creator>
  <cp:lastModifiedBy>Microsoft account</cp:lastModifiedBy>
  <cp:revision>3</cp:revision>
  <dcterms:created xsi:type="dcterms:W3CDTF">2026-03-02T11:36:49Z</dcterms:created>
  <dcterms:modified xsi:type="dcterms:W3CDTF">2026-03-02T11:58:21Z</dcterms:modified>
</cp:coreProperties>
</file>